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F0EA-D642-A9E5-DF7C-C70C5EC47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F184D-609B-84AB-871A-13CFCE414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25F66-F9D3-C384-0E15-D6A11B54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BCFD-FB71-D384-0942-76D9E2E8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BA3A-65E3-947C-46D3-AFBCDE37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90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FDD4-B353-9BAE-F9AA-D00F6D53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A562-0750-D805-F795-853FDF203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5CB4A-CFB4-F050-C75B-E0EF80EC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7A65E-5172-3BF3-4AA8-D8927879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9AAD-A52B-A00C-0E0C-229990DE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1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3199-D13A-2EA7-068D-A5005E3A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44C2B-2965-3616-B7BE-EEE09DD3A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AEE14-DA23-F34A-FA14-0D2E7340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DB703-3561-CA8C-E030-A7F166F3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FECD-6D7F-7D1E-D769-4CE36596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41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467D-3132-C1D0-176A-69E96743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8B57-C992-08CC-E947-DC2335B5A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85F7C-9240-76B4-2C77-5DEBC9CE6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D405F-1514-96C9-F41B-D119B418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2A6D4-C8FA-F213-2F2B-63BA513A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FF3B1-DEB3-1E9D-961F-3A0CC3D7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251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1ECC-E4BB-C504-DEE3-A3F7FCC3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1959D-4294-BA07-D98D-BCE16DF9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1837C-84E7-CD55-A4FF-B24694CDA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2B8C0-4406-FD22-FD52-42CD2B9A5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CB479-9FA1-BE75-7D69-D4D59A62A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CAF54-CA24-70A1-7FDD-E755D9B45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A0EF5-1B0D-6634-05C3-2522BC1A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B14D5-C418-AF0D-EBE7-9F9716EA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4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4868-055A-CE8F-8580-E8768308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2AAD7-9EA9-A32E-33F4-D6EAEAA8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898BB-CFAF-503C-0804-9CBCE1BA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55A32-F52D-AEEF-2E64-3AD257A1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41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56DB1-DA97-8B0F-EC71-471E728D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64987D-AB19-D224-24AC-FDCD6A9B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254C9-2365-B1E0-C6E4-8D1FF7E7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2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6EE8-97F0-B6CA-59D9-5082AC8E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282B-84D4-F297-D8F5-23E7D8DDF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2C960-7CDB-3B80-1BE6-83E02C368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25DA8-C192-884F-407C-7646B879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D36F8-9D02-2ED3-4F52-650F264D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D7872-AF03-3A58-82E6-5EA626BF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3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9D54-EB81-1F3E-AF5C-C79E2075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B9C94-990D-5BDF-9589-7F96B44CC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20A9-CFDD-6F29-C9E3-DCD968AEB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6841F-D16E-81F9-F766-F3E252C8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690EE-EEF0-7CA3-8025-1DE10149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0ECC6-A495-9E36-5AD1-8ACB7147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20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DA33-BE56-A0DA-D1C3-C9316B39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BAE3C-3FB8-8863-03AE-B3819FD5C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D6A9C-CD30-0F3A-1284-076CCABE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8CED-8A8A-EE37-32AD-9F1D0446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84DA8-18D3-5B83-9B4A-C268B7A7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47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786DF-E26C-E938-7E7B-FD88CD49B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61BC0-167C-A3BB-8642-E41D1A53F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0A6A4-925F-AC16-AD1D-B8986768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0A5E-EED8-55F4-B33E-F0A9F178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4A22E-4468-975E-8791-D640CFC8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0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3A4D7-9648-BE2A-5EAE-1FBB5CB4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58902-36A2-4CD1-1081-F9A8F4B8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53384-BB10-1164-311D-9D1DD5294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990C6-A3A0-4190-9B39-9288BA065DFA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E7702-832C-F473-BBF7-ED2028ED3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A8787-CAF1-A943-A08C-3E6D4D664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48D8C-A7F3-45A1-AED3-3DA7A8319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79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90ABFFC-00C9-1834-0422-072377B9C045}"/>
              </a:ext>
            </a:extLst>
          </p:cNvPr>
          <p:cNvGrpSpPr/>
          <p:nvPr/>
        </p:nvGrpSpPr>
        <p:grpSpPr>
          <a:xfrm>
            <a:off x="-326808" y="-314790"/>
            <a:ext cx="9557071" cy="7655800"/>
            <a:chOff x="-326808" y="-314790"/>
            <a:chExt cx="9557071" cy="76558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C8796A6-B3F3-9CE8-283B-EA5B9A7E4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7908" b="50000"/>
            <a:stretch>
              <a:fillRect/>
            </a:stretch>
          </p:blipFill>
          <p:spPr>
            <a:xfrm>
              <a:off x="68826" y="0"/>
              <a:ext cx="4286864" cy="3429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939321-8269-5B35-65BE-DF102F675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54405"/>
            <a:stretch>
              <a:fillRect/>
            </a:stretch>
          </p:blipFill>
          <p:spPr>
            <a:xfrm>
              <a:off x="68826" y="3912010"/>
              <a:ext cx="4729316" cy="3429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95005B0-EB6B-3668-21C3-F563DBD4A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181" t="2294" r="43126" b="68602"/>
            <a:stretch>
              <a:fillRect/>
            </a:stretch>
          </p:blipFill>
          <p:spPr>
            <a:xfrm>
              <a:off x="2482191" y="903339"/>
              <a:ext cx="1431048" cy="195784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B8EDA8D-25E7-8A60-A16E-E11F01FD7C83}"/>
                </a:ext>
              </a:extLst>
            </p:cNvPr>
            <p:cNvSpPr/>
            <p:nvPr/>
          </p:nvSpPr>
          <p:spPr>
            <a:xfrm>
              <a:off x="68827" y="3717821"/>
              <a:ext cx="4729315" cy="431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Nonlinear Frequency Ratio vs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Side to Thickness Ratio</a:t>
              </a:r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B4B95E-FE69-A70A-692F-1D2473485920}"/>
                </a:ext>
              </a:extLst>
            </p:cNvPr>
            <p:cNvSpPr/>
            <p:nvPr/>
          </p:nvSpPr>
          <p:spPr>
            <a:xfrm>
              <a:off x="312576" y="-203477"/>
              <a:ext cx="4241815" cy="4313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Nonlinear Frequency Ratio vs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Layers</a:t>
              </a:r>
              <a:endPara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686801-26BE-29C5-69C4-DEBA77845A2C}"/>
                </a:ext>
              </a:extLst>
            </p:cNvPr>
            <p:cNvSpPr txBox="1"/>
            <p:nvPr/>
          </p:nvSpPr>
          <p:spPr>
            <a:xfrm>
              <a:off x="-325775" y="-314790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7EE3D83-C714-CF6C-32A6-B3759C341909}"/>
                </a:ext>
              </a:extLst>
            </p:cNvPr>
            <p:cNvGrpSpPr/>
            <p:nvPr/>
          </p:nvGrpSpPr>
          <p:grpSpPr>
            <a:xfrm>
              <a:off x="4373162" y="-283693"/>
              <a:ext cx="4745514" cy="3712693"/>
              <a:chOff x="4731388" y="-283693"/>
              <a:chExt cx="4745514" cy="371269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454D2E3-6C4E-42EF-596C-381B10E62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377" r="-1" b="50000"/>
              <a:stretch>
                <a:fillRect/>
              </a:stretch>
            </p:blipFill>
            <p:spPr>
              <a:xfrm>
                <a:off x="5116064" y="0"/>
                <a:ext cx="4190885" cy="3429000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69456B5-8A21-809B-F075-D0CCD8DB4E4B}"/>
                  </a:ext>
                </a:extLst>
              </p:cNvPr>
              <p:cNvSpPr/>
              <p:nvPr/>
            </p:nvSpPr>
            <p:spPr>
              <a:xfrm>
                <a:off x="5235087" y="-215696"/>
                <a:ext cx="4241815" cy="431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 Frequency Ratio vs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Modulus Ratio</a:t>
                </a:r>
                <a:endPara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A0DBDC-BEDF-8BEC-AC97-2AB153C53D12}"/>
                  </a:ext>
                </a:extLst>
              </p:cNvPr>
              <p:cNvSpPr txBox="1"/>
              <p:nvPr/>
            </p:nvSpPr>
            <p:spPr>
              <a:xfrm>
                <a:off x="4731388" y="-28369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623DCA-ACFE-82C6-297C-9E6317AF053B}"/>
                </a:ext>
              </a:extLst>
            </p:cNvPr>
            <p:cNvSpPr txBox="1"/>
            <p:nvPr/>
          </p:nvSpPr>
          <p:spPr>
            <a:xfrm>
              <a:off x="-326808" y="3618774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4B1E204-96C3-1F29-324A-1418F792AB83}"/>
                </a:ext>
              </a:extLst>
            </p:cNvPr>
            <p:cNvGrpSpPr/>
            <p:nvPr/>
          </p:nvGrpSpPr>
          <p:grpSpPr>
            <a:xfrm>
              <a:off x="4384885" y="3700232"/>
              <a:ext cx="4845378" cy="3640778"/>
              <a:chOff x="4790237" y="3700232"/>
              <a:chExt cx="4845378" cy="3640778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844A990-2EF8-658F-646F-DA1548F1B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332" t="50000"/>
              <a:stretch>
                <a:fillRect/>
              </a:stretch>
            </p:blipFill>
            <p:spPr>
              <a:xfrm>
                <a:off x="5193776" y="3912009"/>
                <a:ext cx="4190886" cy="3429001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F59FFAB-E3F6-0E95-0045-161FA01EFE0E}"/>
                  </a:ext>
                </a:extLst>
              </p:cNvPr>
              <p:cNvSpPr/>
              <p:nvPr/>
            </p:nvSpPr>
            <p:spPr>
              <a:xfrm>
                <a:off x="5444729" y="3717821"/>
                <a:ext cx="4190886" cy="431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 Frequency Ratio vs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Amplitude to Thickness Ratio</a:t>
                </a:r>
                <a:endPara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94E6E3-5DD7-EE3F-14E0-FBEA06E7E481}"/>
                  </a:ext>
                </a:extLst>
              </p:cNvPr>
              <p:cNvSpPr txBox="1"/>
              <p:nvPr/>
            </p:nvSpPr>
            <p:spPr>
              <a:xfrm>
                <a:off x="4790237" y="3700232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497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1A4B-ACC3-2B93-09ED-2926E0A8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A7F5444-FAB7-F080-4FFE-DD6C4A4DA6EB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8FB26C-CF25-3264-0A7F-D2E47E73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CE52CB-B16E-82E5-B243-C26135B96D43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24B8DF-CB6E-13D1-CF62-1545239316EF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50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EAD1-21D7-0F40-787D-C09D4F40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591B934-5CFA-4684-679B-8C413988CFF9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EE4DFF-EDEB-92A4-E58B-EB6318F31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A3D3DD-8AF3-AACC-B20C-609126B54D99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9045E-2DBB-6416-781E-EBD606A86FC5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223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4701-D5B9-4229-A054-D2936CDB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BDBF55-143A-E837-7772-E64C5EB601A6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46A0FB-B5BA-CADA-5ED4-60FEE75D5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401A74-A460-E0E5-5218-975958FB9CAD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9255414-7F77-1D3A-1350-824CA1EFE4CC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68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82AC-DE06-C482-84B6-5ACE0BEA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7CB87-67A7-F3F9-07B7-F3F5F8E966DB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B85C18-8E7D-DB1A-DC6B-D9870C08F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72B61F-1A3E-D4FD-718D-9096CCC46AFA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38BDC0-1130-055F-B3E4-2F982E5873C6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9746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6B74-268D-4BBA-48D0-2376D9CA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84F423F-D08D-7B39-C9C4-3C78C69A3D2B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0F8594-55D6-80CB-18B6-21E875E40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484967-853D-704B-E85B-AFDBEECFFD8C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6AC331-CD22-AEC8-0175-E6A15D928AA3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41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4C81-5E16-AF33-6278-DA649D2B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12FD1B4-65DE-337D-98E4-9D8C4ADF9D7D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EED5D37-1370-4919-575A-90129DAAD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B198A0-B9D0-C9E7-0BE0-1DB0C1A58FEE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864705-016D-A4BD-5D2A-01DA56B68C2A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99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F3FD-595F-CA5D-BCB1-082AD64F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6C4C01-B185-48D7-B348-F982C11FB2EB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3253D8-C0D9-D6A3-CFA3-AA176ECE0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BE7792-B374-159B-8FD9-692F354836F7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989A85-0250-CD22-51B8-8EEDF6676384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807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7A4C-EB3F-52B9-0C5E-355DB7AD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51967D0-37EB-1013-7C05-B19D281278E7}"/>
              </a:ext>
            </a:extLst>
          </p:cNvPr>
          <p:cNvGrpSpPr/>
          <p:nvPr/>
        </p:nvGrpSpPr>
        <p:grpSpPr>
          <a:xfrm>
            <a:off x="0" y="-4187"/>
            <a:ext cx="12192000" cy="5225143"/>
            <a:chOff x="0" y="-4187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9E0F0D1-5F10-513E-E51B-E1277FDA6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4187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B3F18C-067A-2B73-5E30-6EAD7DB9E3F6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F9475A-D348-01AC-455E-DDD0B6BD0426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655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E142-F087-5071-27D8-3534604D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14E4A8-2CB9-3DAA-7F58-74543E4AC95C}"/>
              </a:ext>
            </a:extLst>
          </p:cNvPr>
          <p:cNvGrpSpPr/>
          <p:nvPr/>
        </p:nvGrpSpPr>
        <p:grpSpPr>
          <a:xfrm>
            <a:off x="0" y="0"/>
            <a:ext cx="12192000" cy="5225143"/>
            <a:chOff x="0" y="0"/>
            <a:chExt cx="12192000" cy="52251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380562-C37F-6404-8C6B-2ED238F7F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52251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7DF0F1-BD4D-CB38-DB46-F8149B47157A}"/>
                </a:ext>
              </a:extLst>
            </p:cNvPr>
            <p:cNvSpPr txBox="1"/>
            <p:nvPr/>
          </p:nvSpPr>
          <p:spPr>
            <a:xfrm>
              <a:off x="0" y="95517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4DC306-F05F-BB86-38B9-1703E7528FF2}"/>
                </a:ext>
              </a:extLst>
            </p:cNvPr>
            <p:cNvSpPr txBox="1"/>
            <p:nvPr/>
          </p:nvSpPr>
          <p:spPr>
            <a:xfrm>
              <a:off x="6201962" y="9551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74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1C0B-73D3-7DE2-5431-48D0EAB5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30481EA-1D7D-A15C-3B70-F72002DD0F80}"/>
              </a:ext>
            </a:extLst>
          </p:cNvPr>
          <p:cNvGrpSpPr/>
          <p:nvPr/>
        </p:nvGrpSpPr>
        <p:grpSpPr>
          <a:xfrm>
            <a:off x="-3175007" y="0"/>
            <a:ext cx="18651236" cy="10940801"/>
            <a:chOff x="-3175007" y="0"/>
            <a:chExt cx="18651236" cy="109408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F40810-AFD1-87E2-300A-0BAA1D9EE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5911" y="0"/>
              <a:ext cx="8900178" cy="52486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098D71-D9F8-B634-64B1-6EFA40100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14846" y="5682990"/>
              <a:ext cx="8921514" cy="525781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C2B579-D39B-43DB-2DC2-D50F7B9D4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715" y="5682990"/>
              <a:ext cx="8921514" cy="525781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F33C95-FA6A-2711-C900-203E36D39BA9}"/>
                </a:ext>
              </a:extLst>
            </p:cNvPr>
            <p:cNvSpPr txBox="1"/>
            <p:nvPr/>
          </p:nvSpPr>
          <p:spPr>
            <a:xfrm>
              <a:off x="1411712" y="132093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255ED5-02CE-7B04-FFF4-B8B6ED4F1538}"/>
                </a:ext>
              </a:extLst>
            </p:cNvPr>
            <p:cNvSpPr txBox="1"/>
            <p:nvPr/>
          </p:nvSpPr>
          <p:spPr>
            <a:xfrm>
              <a:off x="-3175007" y="568299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18808B-E44E-3F2E-C66B-31B4CE032AAF}"/>
                </a:ext>
              </a:extLst>
            </p:cNvPr>
            <p:cNvSpPr txBox="1"/>
            <p:nvPr/>
          </p:nvSpPr>
          <p:spPr>
            <a:xfrm>
              <a:off x="6313303" y="5682990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192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6E84-F354-DEF0-327C-67A0F7B6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539DAD-12EA-D21B-2DBF-33D02A09642B}"/>
              </a:ext>
            </a:extLst>
          </p:cNvPr>
          <p:cNvGrpSpPr/>
          <p:nvPr/>
        </p:nvGrpSpPr>
        <p:grpSpPr>
          <a:xfrm>
            <a:off x="-1889279" y="-99555"/>
            <a:ext cx="16207267" cy="4830061"/>
            <a:chOff x="-1889279" y="-99555"/>
            <a:chExt cx="16207267" cy="48300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F2A875E-FCCC-9747-7C59-5FAEE3297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655080" y="0"/>
              <a:ext cx="7751080" cy="473050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B37C38-57B3-E9ED-619F-E812A62E8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2108" y="0"/>
              <a:ext cx="8055880" cy="47305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D72FE7-5C17-5499-2E56-A2C14967A6F9}"/>
                </a:ext>
              </a:extLst>
            </p:cNvPr>
            <p:cNvSpPr txBox="1"/>
            <p:nvPr/>
          </p:nvSpPr>
          <p:spPr>
            <a:xfrm>
              <a:off x="-1889279" y="-99555"/>
              <a:ext cx="468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14E31A-4730-5CA9-BF8F-EE6CDC634D19}"/>
                </a:ext>
              </a:extLst>
            </p:cNvPr>
            <p:cNvSpPr txBox="1"/>
            <p:nvPr/>
          </p:nvSpPr>
          <p:spPr>
            <a:xfrm>
              <a:off x="6096000" y="-9955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93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E0FE-BC56-FBF1-5FF3-860D9CC1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696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6139-5F55-F07C-A0D3-B6FBDC64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0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62166-47CD-DFD0-E39A-E3612AAF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109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FE37-5DB3-7CBD-1A1A-389CD086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687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FCDE2-DD69-1D09-5235-775E1806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20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108</Words>
  <Application>Microsoft Office PowerPoint</Application>
  <PresentationFormat>Widescreen</PresentationFormat>
  <Paragraphs>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SAURABH</dc:creator>
  <cp:lastModifiedBy>SHUBHAM SAURABH</cp:lastModifiedBy>
  <cp:revision>10</cp:revision>
  <dcterms:created xsi:type="dcterms:W3CDTF">2025-09-02T14:44:25Z</dcterms:created>
  <dcterms:modified xsi:type="dcterms:W3CDTF">2025-09-05T06:58:16Z</dcterms:modified>
</cp:coreProperties>
</file>